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6300"/>
              <a:t>Weather Dashboard – Real-Time Climate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/>
              <a:t>Capstone Project Summary</a:t>
            </a:r>
          </a:p>
          <a:p>
            <a:pPr>
              <a:lnSpc>
                <a:spcPct val="90000"/>
              </a:lnSpc>
            </a:pPr>
            <a:r>
              <a:rPr lang="en-GB" sz="1700"/>
              <a:t>By: Saad Khan &amp; Urooj Zaheer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GB" sz="3500"/>
              <a:t>Tools Used &amp; Challenges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GB" sz="1900"/>
              <a:t>- Python, Tkinter, Requests, OpenWeatherMap API</a:t>
            </a:r>
          </a:p>
          <a:p>
            <a:r>
              <a:rPr lang="en-GB" sz="1900"/>
              <a:t>- Matplotlib for graphs (planned), ReportLab for PDF (optional)</a:t>
            </a:r>
          </a:p>
          <a:p>
            <a:r>
              <a:rPr lang="en-GB" sz="1900"/>
              <a:t>- Challenges:</a:t>
            </a:r>
          </a:p>
          <a:p>
            <a:r>
              <a:rPr lang="en-GB" sz="1900"/>
              <a:t>   • Handling invalid city/API key errors</a:t>
            </a:r>
          </a:p>
          <a:p>
            <a:r>
              <a:rPr lang="en-GB" sz="1900"/>
              <a:t>   • Integrating live data with GUI</a:t>
            </a:r>
          </a:p>
          <a:p>
            <a:r>
              <a:rPr lang="en-GB" sz="1900"/>
              <a:t>   • Managing API limits and formatting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GB" sz="3500"/>
              <a:t>Key Learnings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GB" sz="1900" dirty="0"/>
              <a:t>- Learned to work with REST APIs and JSON data</a:t>
            </a:r>
          </a:p>
          <a:p>
            <a:r>
              <a:rPr lang="en-GB" sz="1900" dirty="0"/>
              <a:t>- Built GUI using </a:t>
            </a:r>
            <a:r>
              <a:rPr lang="en-GB" sz="1900" dirty="0" err="1"/>
              <a:t>Tkinter</a:t>
            </a:r>
            <a:r>
              <a:rPr lang="en-GB" sz="1900" dirty="0"/>
              <a:t> from scratch</a:t>
            </a:r>
          </a:p>
          <a:p>
            <a:r>
              <a:rPr lang="en-GB" sz="1900" dirty="0"/>
              <a:t>- Understood how to handle asynchronous data</a:t>
            </a:r>
          </a:p>
          <a:p>
            <a:r>
              <a:rPr lang="en-GB" sz="1900" dirty="0"/>
              <a:t>- Improved debugging and testing in Python</a:t>
            </a:r>
          </a:p>
          <a:p>
            <a:r>
              <a:rPr lang="en-GB" sz="1900" dirty="0"/>
              <a:t>- Strengthened teamwork and code structuring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</Words>
  <Application>Microsoft Office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Weather Dashboard – Real-Time Climate Tracker</vt:lpstr>
      <vt:lpstr>Tools Used &amp; Challenges</vt:lpstr>
      <vt:lpstr>Key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SAAD.</dc:creator>
  <cp:keywords/>
  <dc:description>generated using python-pptx</dc:description>
  <cp:lastModifiedBy>Saad  Khan</cp:lastModifiedBy>
  <cp:revision>2</cp:revision>
  <dcterms:created xsi:type="dcterms:W3CDTF">2013-01-27T09:14:16Z</dcterms:created>
  <dcterms:modified xsi:type="dcterms:W3CDTF">2025-07-25T12:59:28Z</dcterms:modified>
  <cp:category/>
</cp:coreProperties>
</file>